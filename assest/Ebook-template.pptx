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5C19"/>
    <a:srgbClr val="34DC48"/>
    <a:srgbClr val="1DAB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2597" y="67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6AF-CEBF-4855-A33C-60DE4B958AE5}" type="datetimeFigureOut">
              <a:rPr lang="pt-PT" smtClean="0"/>
              <a:t>09/07/2026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7186-D3A7-4CC9-9122-A42A1B05A31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71014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6AF-CEBF-4855-A33C-60DE4B958AE5}" type="datetimeFigureOut">
              <a:rPr lang="pt-PT" smtClean="0"/>
              <a:t>09/07/2026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7186-D3A7-4CC9-9122-A42A1B05A31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87783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6AF-CEBF-4855-A33C-60DE4B958AE5}" type="datetimeFigureOut">
              <a:rPr lang="pt-PT" smtClean="0"/>
              <a:t>09/07/2026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7186-D3A7-4CC9-9122-A42A1B05A31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2227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6AF-CEBF-4855-A33C-60DE4B958AE5}" type="datetimeFigureOut">
              <a:rPr lang="pt-PT" smtClean="0"/>
              <a:t>09/07/2026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7186-D3A7-4CC9-9122-A42A1B05A31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24853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6AF-CEBF-4855-A33C-60DE4B958AE5}" type="datetimeFigureOut">
              <a:rPr lang="pt-PT" smtClean="0"/>
              <a:t>09/07/2026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7186-D3A7-4CC9-9122-A42A1B05A31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47234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6AF-CEBF-4855-A33C-60DE4B958AE5}" type="datetimeFigureOut">
              <a:rPr lang="pt-PT" smtClean="0"/>
              <a:t>09/07/2026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7186-D3A7-4CC9-9122-A42A1B05A31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52171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6AF-CEBF-4855-A33C-60DE4B958AE5}" type="datetimeFigureOut">
              <a:rPr lang="pt-PT" smtClean="0"/>
              <a:t>09/07/2026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7186-D3A7-4CC9-9122-A42A1B05A31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64307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6AF-CEBF-4855-A33C-60DE4B958AE5}" type="datetimeFigureOut">
              <a:rPr lang="pt-PT" smtClean="0"/>
              <a:t>09/07/2026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7186-D3A7-4CC9-9122-A42A1B05A31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4292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6AF-CEBF-4855-A33C-60DE4B958AE5}" type="datetimeFigureOut">
              <a:rPr lang="pt-PT" smtClean="0"/>
              <a:t>09/07/2026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7186-D3A7-4CC9-9122-A42A1B05A31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37609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6AF-CEBF-4855-A33C-60DE4B958AE5}" type="datetimeFigureOut">
              <a:rPr lang="pt-PT" smtClean="0"/>
              <a:t>09/07/2026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7186-D3A7-4CC9-9122-A42A1B05A31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27471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C46AF-CEBF-4855-A33C-60DE4B958AE5}" type="datetimeFigureOut">
              <a:rPr lang="pt-PT" smtClean="0"/>
              <a:t>09/07/2026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B7186-D3A7-4CC9-9122-A42A1B05A31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0395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C46AF-CEBF-4855-A33C-60DE4B958AE5}" type="datetimeFigureOut">
              <a:rPr lang="pt-PT" smtClean="0"/>
              <a:t>09/07/2026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FB7186-D3A7-4CC9-9122-A42A1B05A31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16287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5DF102F3-B571-46DF-A557-B53CEE5BA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6" y="0"/>
            <a:ext cx="6858000" cy="9906000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5F784389-A928-4FC0-A0A2-64A407A02E23}"/>
              </a:ext>
            </a:extLst>
          </p:cNvPr>
          <p:cNvSpPr/>
          <p:nvPr/>
        </p:nvSpPr>
        <p:spPr>
          <a:xfrm>
            <a:off x="0" y="344234"/>
            <a:ext cx="6857999" cy="950311"/>
          </a:xfrm>
          <a:prstGeom prst="rect">
            <a:avLst/>
          </a:prstGeom>
          <a:solidFill>
            <a:srgbClr val="105C19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4E972F5-5FB0-4F52-8628-8FBC0FB649DC}"/>
              </a:ext>
            </a:extLst>
          </p:cNvPr>
          <p:cNvSpPr txBox="1"/>
          <p:nvPr/>
        </p:nvSpPr>
        <p:spPr>
          <a:xfrm>
            <a:off x="127746" y="345183"/>
            <a:ext cx="6629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chemeClr val="bg1"/>
                </a:solidFill>
                <a:latin typeface="Tw Cen MT Condensed" panose="020B0606020104020203" pitchFamily="34" charset="0"/>
              </a:rPr>
              <a:t>Como estatísticas, métricas e modelos transformam decisões dentro e fora do campo.</a:t>
            </a:r>
            <a:endParaRPr lang="pt-PT" sz="2800" b="1" dirty="0">
              <a:solidFill>
                <a:schemeClr val="bg1"/>
              </a:solidFill>
              <a:latin typeface="Tw Cen MT Condensed" panose="020B0606020104020203" pitchFamily="34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A59798B-3DFD-4C77-A673-24874094A88F}"/>
              </a:ext>
            </a:extLst>
          </p:cNvPr>
          <p:cNvSpPr/>
          <p:nvPr/>
        </p:nvSpPr>
        <p:spPr>
          <a:xfrm>
            <a:off x="2003611" y="8579225"/>
            <a:ext cx="2877671" cy="685800"/>
          </a:xfrm>
          <a:prstGeom prst="rect">
            <a:avLst/>
          </a:prstGeom>
          <a:solidFill>
            <a:srgbClr val="105C19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CB17E3A-71DB-41C2-890E-7149D9E07B11}"/>
              </a:ext>
            </a:extLst>
          </p:cNvPr>
          <p:cNvSpPr txBox="1"/>
          <p:nvPr/>
        </p:nvSpPr>
        <p:spPr>
          <a:xfrm flipH="1">
            <a:off x="1558512" y="8616016"/>
            <a:ext cx="3767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>
                <a:solidFill>
                  <a:schemeClr val="bg1"/>
                </a:solidFill>
                <a:latin typeface="Impact" panose="020B0806030902050204" pitchFamily="34" charset="0"/>
              </a:rPr>
              <a:t>ITAEL DIKSON</a:t>
            </a:r>
            <a:endParaRPr lang="pt-PT" sz="3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0888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</TotalTime>
  <Words>16</Words>
  <Application>Microsoft Office PowerPoint</Application>
  <PresentationFormat>Papel A4 (210 x 297 mm)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Impact</vt:lpstr>
      <vt:lpstr>Tw Cen MT Condensed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Dikson™ martins</dc:creator>
  <cp:lastModifiedBy>Dikson™ martins</cp:lastModifiedBy>
  <cp:revision>6</cp:revision>
  <dcterms:created xsi:type="dcterms:W3CDTF">2026-07-09T10:29:46Z</dcterms:created>
  <dcterms:modified xsi:type="dcterms:W3CDTF">2026-07-09T11:50:25Z</dcterms:modified>
</cp:coreProperties>
</file>